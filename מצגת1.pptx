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DDED612-800E-086D-F92E-7BC7E85F9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F8FC00C4-A8E1-A292-F1D4-D322477EB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42342D9-12AA-30DA-E99D-90B294C12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3EE01-AA04-483A-B245-A98B5542EC05}" type="datetimeFigureOut">
              <a:rPr lang="he-IL" smtClean="0"/>
              <a:t>ז'/שבט/תשפ"ה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AF4F9A7-6B2D-2F18-7239-68977C8F1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D154904-ACB7-B33D-BC61-2F02AEAEB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C12CF-6AB8-49E8-AFB5-419B336BC6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91030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DB0D479-83A7-B5AA-6167-6B15CDB30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63D7039-BB18-3FF0-ADD8-1F17B216E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4A90892-26A5-E879-FA28-248BBFC2E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3EE01-AA04-483A-B245-A98B5542EC05}" type="datetimeFigureOut">
              <a:rPr lang="he-IL" smtClean="0"/>
              <a:t>ז'/שבט/תשפ"ה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E2DA6D6-B5E9-5DD2-B69E-2BA2017CC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D896637-B848-F394-90C0-05944E15A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C12CF-6AB8-49E8-AFB5-419B336BC6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0948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C1A258-29D2-FD67-71CF-D425EFF9C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9BBFD61-778B-6D23-6302-F6A3DBBEE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2B39E74-145D-3343-95D8-B84B20905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3EE01-AA04-483A-B245-A98B5542EC05}" type="datetimeFigureOut">
              <a:rPr lang="he-IL" smtClean="0"/>
              <a:t>ז'/שבט/תשפ"ה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D5C84BF-3EB0-9756-DA13-D85862786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5F39CAB-197B-E7FB-B049-DFE65BE57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C12CF-6AB8-49E8-AFB5-419B336BC6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57660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8A88543-3D24-BA8B-35A0-BDC9C0226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174A934-0B53-5AA4-0A16-D3C122CC7E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0A16C46-FD0B-588B-D12C-229A25E92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1B8183A-35AA-5B57-83C5-4260C5E11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3EE01-AA04-483A-B245-A98B5542EC05}" type="datetimeFigureOut">
              <a:rPr lang="he-IL" smtClean="0"/>
              <a:t>ז'/שבט/תשפ"ה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17E9DDC-B0B3-AB28-8CE5-6BA9B3574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E05D847-A869-B4E7-2BFF-71F1C31CE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C12CF-6AB8-49E8-AFB5-419B336BC6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44129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45126F0-B07B-14D5-892C-B18D8768F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E6F354F-5A68-4CE9-1EF4-1286AD10C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C69F29A-BB3B-E347-B1CC-AD6494D33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09A2E966-8D31-81D1-166E-92EDFB673E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4A9DB85E-B6AB-6BA1-A63F-9E06A67834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6D12BD4D-CA74-00F4-2CD7-53A9EC5E7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3EE01-AA04-483A-B245-A98B5542EC05}" type="datetimeFigureOut">
              <a:rPr lang="he-IL" smtClean="0"/>
              <a:t>ז'/שבט/תשפ"ה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D049F01F-89F9-AA01-E437-3619690CE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989455BB-A6A3-544E-B616-7C036D1B5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C12CF-6AB8-49E8-AFB5-419B336BC6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5892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33D9EC0-3563-8729-2E11-A8573524F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9405E78-D5D9-A972-0FDF-825BB7453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3EE01-AA04-483A-B245-A98B5542EC05}" type="datetimeFigureOut">
              <a:rPr lang="he-IL" smtClean="0"/>
              <a:t>ז'/שבט/תשפ"ה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0643DABF-02B2-D3AF-DBC1-9EC411A29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C3A9ED51-B9D8-FD75-4213-CE5D734CF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C12CF-6AB8-49E8-AFB5-419B336BC6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70835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E6FF81BF-24B1-10FD-6B0B-EF9102584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3EE01-AA04-483A-B245-A98B5542EC05}" type="datetimeFigureOut">
              <a:rPr lang="he-IL" smtClean="0"/>
              <a:t>ז'/שבט/תשפ"ה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DE82A93-1949-8543-C3C8-A047D1631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0121C4E-858F-1EFC-B8C7-DF5C98E8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C12CF-6AB8-49E8-AFB5-419B336BC6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3185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FF9E1F4-60E9-847C-C4D4-C93BD6C22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4818B75-8AA2-3127-3BE3-3F2D19AE5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7B9B91E6-BEBE-B9F7-0384-B5AE8E4B4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77AF30F-A681-235F-93A8-3217AF65E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3EE01-AA04-483A-B245-A98B5542EC05}" type="datetimeFigureOut">
              <a:rPr lang="he-IL" smtClean="0"/>
              <a:t>ז'/שבט/תשפ"ה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11A6F0B-2A7F-57E4-5157-BEF13DE48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C8FB9DE-59F7-D979-EB9F-7C4400C8B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C12CF-6AB8-49E8-AFB5-419B336BC6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427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26FEC1-B5BF-5F4C-B0E0-6FB23E11D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D09595D2-27F7-BD37-FC38-495367CCAB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CD695F1-2DE2-CBF1-A032-F08D3AED2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5877668-0388-9A0D-A9DD-06E341591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3EE01-AA04-483A-B245-A98B5542EC05}" type="datetimeFigureOut">
              <a:rPr lang="he-IL" smtClean="0"/>
              <a:t>ז'/שבט/תשפ"ה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C2AA411-73AB-FB54-9F71-3C064F992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67C7598-C6DB-B15F-38ED-0B7D18574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C12CF-6AB8-49E8-AFB5-419B336BC6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36915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D03D470-C09F-2773-448B-2670CA892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F996847-3923-262B-4D70-5C1714643A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7D1A886-BF3F-A5C9-7885-902409B95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3EE01-AA04-483A-B245-A98B5542EC05}" type="datetimeFigureOut">
              <a:rPr lang="he-IL" smtClean="0"/>
              <a:t>ז'/שבט/תשפ"ה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D4DCC3A-50F8-D16C-0C96-F3A42C828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B7A5A10-ECDF-B3E3-B051-5873C8780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C12CF-6AB8-49E8-AFB5-419B336BC6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12415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DDA2D6E6-93C5-406C-A80F-405BB7F5A5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5887556-84A9-D7EC-2DFC-27D9913C9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3BBC1D8-7E3B-F0A7-BD89-6FB8802D6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3EE01-AA04-483A-B245-A98B5542EC05}" type="datetimeFigureOut">
              <a:rPr lang="he-IL" smtClean="0"/>
              <a:t>ז'/שבט/תשפ"ה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8F80E68-1FF2-FC2C-0B9F-1C332243C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F93D3AD-9D65-7740-B877-318CAA1F9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C12CF-6AB8-49E8-AFB5-419B336BC6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26966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191E4989-B345-E27C-4A9D-0F875E3AA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79C5E3E-CDD3-C91B-FB0E-018A94FEE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ED74296-05C6-6F20-C738-BE544820C1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3EE01-AA04-483A-B245-A98B5542EC05}" type="datetimeFigureOut">
              <a:rPr lang="he-IL" smtClean="0"/>
              <a:t>ז'/שבט/תשפ"ה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BF81C73-E606-E6FB-8F89-90F971F724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4BA309F-6EC2-791F-AF18-112FCC9470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C12CF-6AB8-49E8-AFB5-419B336BC6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01121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2F8FB72A-D552-7842-8A91-FBB7A80891F8}"/>
              </a:ext>
            </a:extLst>
          </p:cNvPr>
          <p:cNvSpPr/>
          <p:nvPr/>
        </p:nvSpPr>
        <p:spPr>
          <a:xfrm>
            <a:off x="5898291" y="0"/>
            <a:ext cx="1091873" cy="522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46C74B0D-3FE2-F4D8-2834-CCD5D2BA2874}"/>
              </a:ext>
            </a:extLst>
          </p:cNvPr>
          <p:cNvSpPr/>
          <p:nvPr/>
        </p:nvSpPr>
        <p:spPr>
          <a:xfrm>
            <a:off x="5898291" y="815023"/>
            <a:ext cx="1091874" cy="485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CCF9FC9E-A64F-1E51-969A-B39B20131CEA}"/>
              </a:ext>
            </a:extLst>
          </p:cNvPr>
          <p:cNvSpPr/>
          <p:nvPr/>
        </p:nvSpPr>
        <p:spPr>
          <a:xfrm>
            <a:off x="5898290" y="1609282"/>
            <a:ext cx="1054290" cy="5055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1C5777F5-AF58-EE54-039B-4D95EE0B4355}"/>
              </a:ext>
            </a:extLst>
          </p:cNvPr>
          <p:cNvSpPr/>
          <p:nvPr/>
        </p:nvSpPr>
        <p:spPr>
          <a:xfrm>
            <a:off x="6193088" y="73344"/>
            <a:ext cx="49725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app</a:t>
            </a:r>
            <a:endParaRPr lang="he-IL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10D67D30-3FF0-8112-DFB1-C18932B2F06C}"/>
              </a:ext>
            </a:extLst>
          </p:cNvPr>
          <p:cNvSpPr/>
          <p:nvPr/>
        </p:nvSpPr>
        <p:spPr>
          <a:xfrm>
            <a:off x="6065874" y="846881"/>
            <a:ext cx="75168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route</a:t>
            </a:r>
            <a:endParaRPr lang="he-IL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8762D68D-DB68-4FCF-4D11-E02B1935D9BD}"/>
              </a:ext>
            </a:extLst>
          </p:cNvPr>
          <p:cNvSpPr/>
          <p:nvPr/>
        </p:nvSpPr>
        <p:spPr>
          <a:xfrm>
            <a:off x="5898290" y="2361275"/>
            <a:ext cx="1091874" cy="5055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034CCB79-EC23-10BA-6ECE-424E9B160DAB}"/>
              </a:ext>
            </a:extLst>
          </p:cNvPr>
          <p:cNvSpPr/>
          <p:nvPr/>
        </p:nvSpPr>
        <p:spPr>
          <a:xfrm>
            <a:off x="5737787" y="1700178"/>
            <a:ext cx="133771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App </a:t>
            </a:r>
            <a:r>
              <a:rPr lang="en-US" sz="1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layuot</a:t>
            </a:r>
            <a:endParaRPr lang="he-IL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3E617913-222C-0FD8-BDA9-A112B145609B}"/>
              </a:ext>
            </a:extLst>
          </p:cNvPr>
          <p:cNvSpPr/>
          <p:nvPr/>
        </p:nvSpPr>
        <p:spPr>
          <a:xfrm>
            <a:off x="5772856" y="2438520"/>
            <a:ext cx="1337716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Redux provider</a:t>
            </a:r>
            <a:endParaRPr lang="he-IL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7E70D0CC-07F2-AED6-AAB4-83794FE286D6}"/>
              </a:ext>
            </a:extLst>
          </p:cNvPr>
          <p:cNvSpPr/>
          <p:nvPr/>
        </p:nvSpPr>
        <p:spPr>
          <a:xfrm>
            <a:off x="5868396" y="3005834"/>
            <a:ext cx="1091874" cy="5327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7C6277EE-2ADA-B021-3636-8F9413B5D3F3}"/>
              </a:ext>
            </a:extLst>
          </p:cNvPr>
          <p:cNvSpPr/>
          <p:nvPr/>
        </p:nvSpPr>
        <p:spPr>
          <a:xfrm>
            <a:off x="5609967" y="3134919"/>
            <a:ext cx="1593354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Context provider</a:t>
            </a:r>
            <a:endParaRPr lang="he-IL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837E2E8B-68C7-94EA-A4C6-5E195C8BA19D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6444228" y="522016"/>
            <a:ext cx="0" cy="293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מלבן 17">
            <a:extLst>
              <a:ext uri="{FF2B5EF4-FFF2-40B4-BE49-F238E27FC236}">
                <a16:creationId xmlns:a16="http://schemas.microsoft.com/office/drawing/2014/main" id="{3F818855-2974-FD31-9888-F8E496E5ABA7}"/>
              </a:ext>
            </a:extLst>
          </p:cNvPr>
          <p:cNvSpPr/>
          <p:nvPr/>
        </p:nvSpPr>
        <p:spPr>
          <a:xfrm>
            <a:off x="9844217" y="3875567"/>
            <a:ext cx="906162" cy="527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40B3797D-0E70-FE0C-7A91-1F31CE2AB6A4}"/>
              </a:ext>
            </a:extLst>
          </p:cNvPr>
          <p:cNvSpPr/>
          <p:nvPr/>
        </p:nvSpPr>
        <p:spPr>
          <a:xfrm>
            <a:off x="5953563" y="3870065"/>
            <a:ext cx="999018" cy="5327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4160BAF3-B480-675A-2080-B78952F3CAAE}"/>
              </a:ext>
            </a:extLst>
          </p:cNvPr>
          <p:cNvSpPr/>
          <p:nvPr/>
        </p:nvSpPr>
        <p:spPr>
          <a:xfrm>
            <a:off x="1901887" y="3875567"/>
            <a:ext cx="906162" cy="527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3F6F12CD-065E-8A4F-769B-617AFB82E995}"/>
              </a:ext>
            </a:extLst>
          </p:cNvPr>
          <p:cNvSpPr/>
          <p:nvPr/>
        </p:nvSpPr>
        <p:spPr>
          <a:xfrm>
            <a:off x="2059855" y="3978824"/>
            <a:ext cx="590226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login</a:t>
            </a:r>
            <a:endParaRPr lang="he-IL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A37BDFB5-3BC2-327F-76A9-7C417A65E90B}"/>
              </a:ext>
            </a:extLst>
          </p:cNvPr>
          <p:cNvSpPr/>
          <p:nvPr/>
        </p:nvSpPr>
        <p:spPr>
          <a:xfrm>
            <a:off x="6060808" y="3933781"/>
            <a:ext cx="756746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navbar</a:t>
            </a:r>
            <a:endParaRPr lang="he-IL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6724BB3D-5582-7C34-6D40-D5EBB3C8390F}"/>
              </a:ext>
            </a:extLst>
          </p:cNvPr>
          <p:cNvSpPr/>
          <p:nvPr/>
        </p:nvSpPr>
        <p:spPr>
          <a:xfrm>
            <a:off x="9844217" y="3959599"/>
            <a:ext cx="68691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outlet</a:t>
            </a:r>
            <a:endParaRPr lang="he-IL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5" name="מחבר ישר 24">
            <a:extLst>
              <a:ext uri="{FF2B5EF4-FFF2-40B4-BE49-F238E27FC236}">
                <a16:creationId xmlns:a16="http://schemas.microsoft.com/office/drawing/2014/main" id="{6816E66B-407B-28AC-E5D2-B1D2D86AF84E}"/>
              </a:ext>
            </a:extLst>
          </p:cNvPr>
          <p:cNvCxnSpPr>
            <a:cxnSpLocks/>
          </p:cNvCxnSpPr>
          <p:nvPr/>
        </p:nvCxnSpPr>
        <p:spPr>
          <a:xfrm flipH="1">
            <a:off x="2650081" y="3429000"/>
            <a:ext cx="3248209" cy="4410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מחבר ישר 26">
            <a:extLst>
              <a:ext uri="{FF2B5EF4-FFF2-40B4-BE49-F238E27FC236}">
                <a16:creationId xmlns:a16="http://schemas.microsoft.com/office/drawing/2014/main" id="{2C49C972-AAF6-6517-9861-0386A5150CDA}"/>
              </a:ext>
            </a:extLst>
          </p:cNvPr>
          <p:cNvCxnSpPr>
            <a:cxnSpLocks/>
          </p:cNvCxnSpPr>
          <p:nvPr/>
        </p:nvCxnSpPr>
        <p:spPr>
          <a:xfrm>
            <a:off x="2360812" y="4381901"/>
            <a:ext cx="0" cy="243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מחבר ישר 27">
            <a:extLst>
              <a:ext uri="{FF2B5EF4-FFF2-40B4-BE49-F238E27FC236}">
                <a16:creationId xmlns:a16="http://schemas.microsoft.com/office/drawing/2014/main" id="{836DDC73-5AD0-DB7F-C94F-C5018F1F5CAB}"/>
              </a:ext>
            </a:extLst>
          </p:cNvPr>
          <p:cNvCxnSpPr>
            <a:cxnSpLocks/>
          </p:cNvCxnSpPr>
          <p:nvPr/>
        </p:nvCxnSpPr>
        <p:spPr>
          <a:xfrm>
            <a:off x="6859725" y="3429000"/>
            <a:ext cx="3077348" cy="5454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מלבן 32">
            <a:extLst>
              <a:ext uri="{FF2B5EF4-FFF2-40B4-BE49-F238E27FC236}">
                <a16:creationId xmlns:a16="http://schemas.microsoft.com/office/drawing/2014/main" id="{9C344C92-3270-554C-26D4-A6777C050E5D}"/>
              </a:ext>
            </a:extLst>
          </p:cNvPr>
          <p:cNvSpPr/>
          <p:nvPr/>
        </p:nvSpPr>
        <p:spPr>
          <a:xfrm>
            <a:off x="1901887" y="4625210"/>
            <a:ext cx="906162" cy="527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4" name="מלבן 33">
            <a:extLst>
              <a:ext uri="{FF2B5EF4-FFF2-40B4-BE49-F238E27FC236}">
                <a16:creationId xmlns:a16="http://schemas.microsoft.com/office/drawing/2014/main" id="{870DA313-AFAD-53C9-44D2-709A41072199}"/>
              </a:ext>
            </a:extLst>
          </p:cNvPr>
          <p:cNvSpPr/>
          <p:nvPr/>
        </p:nvSpPr>
        <p:spPr>
          <a:xfrm>
            <a:off x="1901887" y="4719543"/>
            <a:ext cx="64460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loged</a:t>
            </a:r>
            <a:endParaRPr lang="he-IL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מלבן 34">
            <a:extLst>
              <a:ext uri="{FF2B5EF4-FFF2-40B4-BE49-F238E27FC236}">
                <a16:creationId xmlns:a16="http://schemas.microsoft.com/office/drawing/2014/main" id="{122BAB98-8FDB-23F3-002C-6D1D1DFB6A9D}"/>
              </a:ext>
            </a:extLst>
          </p:cNvPr>
          <p:cNvSpPr/>
          <p:nvPr/>
        </p:nvSpPr>
        <p:spPr>
          <a:xfrm>
            <a:off x="1901887" y="5419827"/>
            <a:ext cx="906162" cy="527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6" name="מלבן 35">
            <a:extLst>
              <a:ext uri="{FF2B5EF4-FFF2-40B4-BE49-F238E27FC236}">
                <a16:creationId xmlns:a16="http://schemas.microsoft.com/office/drawing/2014/main" id="{47110C7B-797E-2EC9-D225-F4BA84EA7E68}"/>
              </a:ext>
            </a:extLst>
          </p:cNvPr>
          <p:cNvSpPr/>
          <p:nvPr/>
        </p:nvSpPr>
        <p:spPr>
          <a:xfrm>
            <a:off x="1901887" y="5514160"/>
            <a:ext cx="7720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update</a:t>
            </a:r>
            <a:endParaRPr lang="he-IL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0" name="מחבר ישר 39">
            <a:extLst>
              <a:ext uri="{FF2B5EF4-FFF2-40B4-BE49-F238E27FC236}">
                <a16:creationId xmlns:a16="http://schemas.microsoft.com/office/drawing/2014/main" id="{1ABBAADF-2BFE-415F-4E38-A5F403BBCC7A}"/>
              </a:ext>
            </a:extLst>
          </p:cNvPr>
          <p:cNvCxnSpPr>
            <a:cxnSpLocks/>
          </p:cNvCxnSpPr>
          <p:nvPr/>
        </p:nvCxnSpPr>
        <p:spPr>
          <a:xfrm>
            <a:off x="6406644" y="2850724"/>
            <a:ext cx="0" cy="243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מחבר ישר 41">
            <a:extLst>
              <a:ext uri="{FF2B5EF4-FFF2-40B4-BE49-F238E27FC236}">
                <a16:creationId xmlns:a16="http://schemas.microsoft.com/office/drawing/2014/main" id="{9CE0DA70-8C14-9133-7B91-F30C505DC34A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6406644" y="1300542"/>
            <a:ext cx="18791" cy="308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מחבר ישר 42">
            <a:extLst>
              <a:ext uri="{FF2B5EF4-FFF2-40B4-BE49-F238E27FC236}">
                <a16:creationId xmlns:a16="http://schemas.microsoft.com/office/drawing/2014/main" id="{9B7141FD-2B69-84FE-6BDE-80EAFE85CD79}"/>
              </a:ext>
            </a:extLst>
          </p:cNvPr>
          <p:cNvCxnSpPr>
            <a:cxnSpLocks/>
          </p:cNvCxnSpPr>
          <p:nvPr/>
        </p:nvCxnSpPr>
        <p:spPr>
          <a:xfrm>
            <a:off x="6406644" y="2114823"/>
            <a:ext cx="0" cy="243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מחבר ישר 43">
            <a:extLst>
              <a:ext uri="{FF2B5EF4-FFF2-40B4-BE49-F238E27FC236}">
                <a16:creationId xmlns:a16="http://schemas.microsoft.com/office/drawing/2014/main" id="{57B5B8A6-8A56-FF51-DFA8-15A4BEF34BC6}"/>
              </a:ext>
            </a:extLst>
          </p:cNvPr>
          <p:cNvCxnSpPr>
            <a:cxnSpLocks/>
          </p:cNvCxnSpPr>
          <p:nvPr/>
        </p:nvCxnSpPr>
        <p:spPr>
          <a:xfrm flipH="1">
            <a:off x="3776159" y="5623708"/>
            <a:ext cx="19923" cy="26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מחבר ישר 45">
            <a:extLst>
              <a:ext uri="{FF2B5EF4-FFF2-40B4-BE49-F238E27FC236}">
                <a16:creationId xmlns:a16="http://schemas.microsoft.com/office/drawing/2014/main" id="{90E420AF-A536-1606-006C-53872804365C}"/>
              </a:ext>
            </a:extLst>
          </p:cNvPr>
          <p:cNvCxnSpPr>
            <a:cxnSpLocks/>
            <a:stCxn id="14" idx="2"/>
            <a:endCxn id="19" idx="0"/>
          </p:cNvCxnSpPr>
          <p:nvPr/>
        </p:nvCxnSpPr>
        <p:spPr>
          <a:xfrm>
            <a:off x="6414333" y="3538557"/>
            <a:ext cx="38739" cy="3315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מלבן 50">
            <a:extLst>
              <a:ext uri="{FF2B5EF4-FFF2-40B4-BE49-F238E27FC236}">
                <a16:creationId xmlns:a16="http://schemas.microsoft.com/office/drawing/2014/main" id="{0A1CF274-3CB9-D1F5-E037-7CFF81A71F4A}"/>
              </a:ext>
            </a:extLst>
          </p:cNvPr>
          <p:cNvSpPr/>
          <p:nvPr/>
        </p:nvSpPr>
        <p:spPr>
          <a:xfrm>
            <a:off x="7945318" y="4662738"/>
            <a:ext cx="906162" cy="4521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2" name="מלבן 51">
            <a:extLst>
              <a:ext uri="{FF2B5EF4-FFF2-40B4-BE49-F238E27FC236}">
                <a16:creationId xmlns:a16="http://schemas.microsoft.com/office/drawing/2014/main" id="{B8684AD4-CD08-994B-5058-5E6071F96259}"/>
              </a:ext>
            </a:extLst>
          </p:cNvPr>
          <p:cNvSpPr/>
          <p:nvPr/>
        </p:nvSpPr>
        <p:spPr>
          <a:xfrm>
            <a:off x="8064814" y="4665133"/>
            <a:ext cx="66717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</a:t>
            </a:r>
            <a:endParaRPr lang="he-IL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5" name="מחבר ישר 54">
            <a:extLst>
              <a:ext uri="{FF2B5EF4-FFF2-40B4-BE49-F238E27FC236}">
                <a16:creationId xmlns:a16="http://schemas.microsoft.com/office/drawing/2014/main" id="{BC2AFB35-D887-DE12-0786-501514DD7616}"/>
              </a:ext>
            </a:extLst>
          </p:cNvPr>
          <p:cNvCxnSpPr>
            <a:cxnSpLocks/>
          </p:cNvCxnSpPr>
          <p:nvPr/>
        </p:nvCxnSpPr>
        <p:spPr>
          <a:xfrm flipH="1" flipV="1">
            <a:off x="6817554" y="4381901"/>
            <a:ext cx="1348436" cy="280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מלבן 57">
            <a:extLst>
              <a:ext uri="{FF2B5EF4-FFF2-40B4-BE49-F238E27FC236}">
                <a16:creationId xmlns:a16="http://schemas.microsoft.com/office/drawing/2014/main" id="{9E944622-9FF6-41CF-BD7D-1C36279D820E}"/>
              </a:ext>
            </a:extLst>
          </p:cNvPr>
          <p:cNvSpPr/>
          <p:nvPr/>
        </p:nvSpPr>
        <p:spPr>
          <a:xfrm>
            <a:off x="4738874" y="4569664"/>
            <a:ext cx="906162" cy="452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9" name="מלבן 58">
            <a:extLst>
              <a:ext uri="{FF2B5EF4-FFF2-40B4-BE49-F238E27FC236}">
                <a16:creationId xmlns:a16="http://schemas.microsoft.com/office/drawing/2014/main" id="{B237B0AE-B9CB-7B86-8A30-9448E30A0039}"/>
              </a:ext>
            </a:extLst>
          </p:cNvPr>
          <p:cNvSpPr/>
          <p:nvPr/>
        </p:nvSpPr>
        <p:spPr>
          <a:xfrm>
            <a:off x="4722211" y="4607070"/>
            <a:ext cx="93948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recipelist</a:t>
            </a:r>
            <a:endParaRPr lang="he-IL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0" name="מחבר ישר 59">
            <a:extLst>
              <a:ext uri="{FF2B5EF4-FFF2-40B4-BE49-F238E27FC236}">
                <a16:creationId xmlns:a16="http://schemas.microsoft.com/office/drawing/2014/main" id="{BAA6369D-BFD1-3FF7-4348-42649551C865}"/>
              </a:ext>
            </a:extLst>
          </p:cNvPr>
          <p:cNvCxnSpPr>
            <a:cxnSpLocks/>
          </p:cNvCxnSpPr>
          <p:nvPr/>
        </p:nvCxnSpPr>
        <p:spPr>
          <a:xfrm flipH="1">
            <a:off x="5343963" y="4381901"/>
            <a:ext cx="716845" cy="243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מחבר ישר 61">
            <a:extLst>
              <a:ext uri="{FF2B5EF4-FFF2-40B4-BE49-F238E27FC236}">
                <a16:creationId xmlns:a16="http://schemas.microsoft.com/office/drawing/2014/main" id="{918FC55C-1856-5A02-D7A0-4E499E5F4EF7}"/>
              </a:ext>
            </a:extLst>
          </p:cNvPr>
          <p:cNvCxnSpPr>
            <a:cxnSpLocks/>
          </p:cNvCxnSpPr>
          <p:nvPr/>
        </p:nvCxnSpPr>
        <p:spPr>
          <a:xfrm flipH="1">
            <a:off x="4003125" y="5021827"/>
            <a:ext cx="716845" cy="243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מלבן 63">
            <a:extLst>
              <a:ext uri="{FF2B5EF4-FFF2-40B4-BE49-F238E27FC236}">
                <a16:creationId xmlns:a16="http://schemas.microsoft.com/office/drawing/2014/main" id="{B0A89745-DAA6-AF3F-3796-FCA3927FE2FD}"/>
              </a:ext>
            </a:extLst>
          </p:cNvPr>
          <p:cNvSpPr/>
          <p:nvPr/>
        </p:nvSpPr>
        <p:spPr>
          <a:xfrm>
            <a:off x="3312652" y="5852714"/>
            <a:ext cx="906162" cy="4521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5" name="מלבן 64">
            <a:extLst>
              <a:ext uri="{FF2B5EF4-FFF2-40B4-BE49-F238E27FC236}">
                <a16:creationId xmlns:a16="http://schemas.microsoft.com/office/drawing/2014/main" id="{8785F7F6-EF01-67FB-8413-1FF9149F362C}"/>
              </a:ext>
            </a:extLst>
          </p:cNvPr>
          <p:cNvSpPr/>
          <p:nvPr/>
        </p:nvSpPr>
        <p:spPr>
          <a:xfrm>
            <a:off x="3133438" y="5865812"/>
            <a:ext cx="1219886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Show-recipe</a:t>
            </a:r>
            <a:endParaRPr lang="he-IL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6" name="מחבר ישר 65">
            <a:extLst>
              <a:ext uri="{FF2B5EF4-FFF2-40B4-BE49-F238E27FC236}">
                <a16:creationId xmlns:a16="http://schemas.microsoft.com/office/drawing/2014/main" id="{E4F9ACF4-345C-155C-1451-D8056962F329}"/>
              </a:ext>
            </a:extLst>
          </p:cNvPr>
          <p:cNvCxnSpPr>
            <a:cxnSpLocks/>
          </p:cNvCxnSpPr>
          <p:nvPr/>
        </p:nvCxnSpPr>
        <p:spPr>
          <a:xfrm>
            <a:off x="5563639" y="5003687"/>
            <a:ext cx="418433" cy="321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מלבן 68">
            <a:extLst>
              <a:ext uri="{FF2B5EF4-FFF2-40B4-BE49-F238E27FC236}">
                <a16:creationId xmlns:a16="http://schemas.microsoft.com/office/drawing/2014/main" id="{9CE72B17-B595-025F-6AFD-BE7D98675E02}"/>
              </a:ext>
            </a:extLst>
          </p:cNvPr>
          <p:cNvSpPr/>
          <p:nvPr/>
        </p:nvSpPr>
        <p:spPr>
          <a:xfrm>
            <a:off x="5629580" y="5237710"/>
            <a:ext cx="906162" cy="3995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0" name="מלבן 69">
            <a:extLst>
              <a:ext uri="{FF2B5EF4-FFF2-40B4-BE49-F238E27FC236}">
                <a16:creationId xmlns:a16="http://schemas.microsoft.com/office/drawing/2014/main" id="{06D6DDE2-6D95-69D5-C5D7-4B7FF53520ED}"/>
              </a:ext>
            </a:extLst>
          </p:cNvPr>
          <p:cNvSpPr/>
          <p:nvPr/>
        </p:nvSpPr>
        <p:spPr>
          <a:xfrm>
            <a:off x="5812182" y="5298725"/>
            <a:ext cx="49725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</a:t>
            </a:r>
            <a:endParaRPr lang="he-IL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מלבן 70">
            <a:extLst>
              <a:ext uri="{FF2B5EF4-FFF2-40B4-BE49-F238E27FC236}">
                <a16:creationId xmlns:a16="http://schemas.microsoft.com/office/drawing/2014/main" id="{838F676E-4964-D3AE-E3F4-CF51D5477370}"/>
              </a:ext>
            </a:extLst>
          </p:cNvPr>
          <p:cNvSpPr/>
          <p:nvPr/>
        </p:nvSpPr>
        <p:spPr>
          <a:xfrm>
            <a:off x="5629580" y="5788802"/>
            <a:ext cx="906162" cy="4344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3" name="מלבן 72">
            <a:extLst>
              <a:ext uri="{FF2B5EF4-FFF2-40B4-BE49-F238E27FC236}">
                <a16:creationId xmlns:a16="http://schemas.microsoft.com/office/drawing/2014/main" id="{966FBE6B-43A1-3976-6666-80CD1E0EFA00}"/>
              </a:ext>
            </a:extLst>
          </p:cNvPr>
          <p:cNvSpPr/>
          <p:nvPr/>
        </p:nvSpPr>
        <p:spPr>
          <a:xfrm>
            <a:off x="5579702" y="5825724"/>
            <a:ext cx="1005917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hookform</a:t>
            </a:r>
            <a:endParaRPr lang="he-IL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4" name="מחבר ישר 73">
            <a:extLst>
              <a:ext uri="{FF2B5EF4-FFF2-40B4-BE49-F238E27FC236}">
                <a16:creationId xmlns:a16="http://schemas.microsoft.com/office/drawing/2014/main" id="{C4AAED17-16F7-0925-E1BD-71CF47DECE8E}"/>
              </a:ext>
            </a:extLst>
          </p:cNvPr>
          <p:cNvCxnSpPr>
            <a:cxnSpLocks/>
            <a:stCxn id="69" idx="2"/>
            <a:endCxn id="71" idx="0"/>
          </p:cNvCxnSpPr>
          <p:nvPr/>
        </p:nvCxnSpPr>
        <p:spPr>
          <a:xfrm>
            <a:off x="6082661" y="5637279"/>
            <a:ext cx="0" cy="1515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מלבן 77">
            <a:extLst>
              <a:ext uri="{FF2B5EF4-FFF2-40B4-BE49-F238E27FC236}">
                <a16:creationId xmlns:a16="http://schemas.microsoft.com/office/drawing/2014/main" id="{E76D7D72-CF05-D426-F290-DA18756ADB20}"/>
              </a:ext>
            </a:extLst>
          </p:cNvPr>
          <p:cNvSpPr/>
          <p:nvPr/>
        </p:nvSpPr>
        <p:spPr>
          <a:xfrm>
            <a:off x="4926226" y="6363388"/>
            <a:ext cx="735473" cy="3385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79" name="מלבן 78">
            <a:extLst>
              <a:ext uri="{FF2B5EF4-FFF2-40B4-BE49-F238E27FC236}">
                <a16:creationId xmlns:a16="http://schemas.microsoft.com/office/drawing/2014/main" id="{B9F10AC2-AE26-4141-2D2F-20A795B5630C}"/>
              </a:ext>
            </a:extLst>
          </p:cNvPr>
          <p:cNvSpPr/>
          <p:nvPr/>
        </p:nvSpPr>
        <p:spPr>
          <a:xfrm>
            <a:off x="4884187" y="6374792"/>
            <a:ext cx="814647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append</a:t>
            </a:r>
            <a:endParaRPr lang="he-IL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5" name="מלבן 84">
            <a:extLst>
              <a:ext uri="{FF2B5EF4-FFF2-40B4-BE49-F238E27FC236}">
                <a16:creationId xmlns:a16="http://schemas.microsoft.com/office/drawing/2014/main" id="{B9C17460-DE9F-0F60-D55B-8E8BFE21E4FA}"/>
              </a:ext>
            </a:extLst>
          </p:cNvPr>
          <p:cNvSpPr/>
          <p:nvPr/>
        </p:nvSpPr>
        <p:spPr>
          <a:xfrm>
            <a:off x="6478819" y="6372469"/>
            <a:ext cx="596683" cy="3385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1" name="מלבן 90">
            <a:extLst>
              <a:ext uri="{FF2B5EF4-FFF2-40B4-BE49-F238E27FC236}">
                <a16:creationId xmlns:a16="http://schemas.microsoft.com/office/drawing/2014/main" id="{1B69121C-ED53-0AF3-8E2A-C5CF1EEC6F9B}"/>
              </a:ext>
            </a:extLst>
          </p:cNvPr>
          <p:cNvSpPr/>
          <p:nvPr/>
        </p:nvSpPr>
        <p:spPr>
          <a:xfrm>
            <a:off x="6366214" y="6350670"/>
            <a:ext cx="82189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remove</a:t>
            </a:r>
            <a:endParaRPr lang="he-IL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92" name="מחבר ישר 91">
            <a:extLst>
              <a:ext uri="{FF2B5EF4-FFF2-40B4-BE49-F238E27FC236}">
                <a16:creationId xmlns:a16="http://schemas.microsoft.com/office/drawing/2014/main" id="{BFCCA03C-132A-EF98-3964-365D53EB8DA5}"/>
              </a:ext>
            </a:extLst>
          </p:cNvPr>
          <p:cNvCxnSpPr>
            <a:cxnSpLocks/>
            <a:endCxn id="79" idx="0"/>
          </p:cNvCxnSpPr>
          <p:nvPr/>
        </p:nvCxnSpPr>
        <p:spPr>
          <a:xfrm flipH="1">
            <a:off x="5291511" y="6151726"/>
            <a:ext cx="353525" cy="223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מחבר ישר 93">
            <a:extLst>
              <a:ext uri="{FF2B5EF4-FFF2-40B4-BE49-F238E27FC236}">
                <a16:creationId xmlns:a16="http://schemas.microsoft.com/office/drawing/2014/main" id="{7FFCCBFA-8197-D1A1-AF21-12480CC71601}"/>
              </a:ext>
            </a:extLst>
          </p:cNvPr>
          <p:cNvCxnSpPr>
            <a:cxnSpLocks/>
          </p:cNvCxnSpPr>
          <p:nvPr/>
        </p:nvCxnSpPr>
        <p:spPr>
          <a:xfrm>
            <a:off x="6414333" y="6201200"/>
            <a:ext cx="361974" cy="2710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מלבן 95">
            <a:extLst>
              <a:ext uri="{FF2B5EF4-FFF2-40B4-BE49-F238E27FC236}">
                <a16:creationId xmlns:a16="http://schemas.microsoft.com/office/drawing/2014/main" id="{E387B05C-8133-1764-9DF9-2DE22F4766C1}"/>
              </a:ext>
            </a:extLst>
          </p:cNvPr>
          <p:cNvSpPr/>
          <p:nvPr/>
        </p:nvSpPr>
        <p:spPr>
          <a:xfrm>
            <a:off x="3354686" y="5211412"/>
            <a:ext cx="906162" cy="4521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97" name="מלבן 96">
            <a:extLst>
              <a:ext uri="{FF2B5EF4-FFF2-40B4-BE49-F238E27FC236}">
                <a16:creationId xmlns:a16="http://schemas.microsoft.com/office/drawing/2014/main" id="{CA66598B-31C1-76FF-7C7D-78B0D5691283}"/>
              </a:ext>
            </a:extLst>
          </p:cNvPr>
          <p:cNvSpPr/>
          <p:nvPr/>
        </p:nvSpPr>
        <p:spPr>
          <a:xfrm>
            <a:off x="3159456" y="5256863"/>
            <a:ext cx="1219886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outlet</a:t>
            </a:r>
            <a:endParaRPr lang="he-IL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0" name="מחבר ישר 99">
            <a:extLst>
              <a:ext uri="{FF2B5EF4-FFF2-40B4-BE49-F238E27FC236}">
                <a16:creationId xmlns:a16="http://schemas.microsoft.com/office/drawing/2014/main" id="{E07E96AB-8395-B0B7-C806-AF477E215C8C}"/>
              </a:ext>
            </a:extLst>
          </p:cNvPr>
          <p:cNvCxnSpPr>
            <a:cxnSpLocks/>
          </p:cNvCxnSpPr>
          <p:nvPr/>
        </p:nvCxnSpPr>
        <p:spPr>
          <a:xfrm>
            <a:off x="2328146" y="5181859"/>
            <a:ext cx="0" cy="243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מלבן 101">
            <a:extLst>
              <a:ext uri="{FF2B5EF4-FFF2-40B4-BE49-F238E27FC236}">
                <a16:creationId xmlns:a16="http://schemas.microsoft.com/office/drawing/2014/main" id="{EAE832FB-BF33-70AC-AB3C-8B4476A40F3D}"/>
              </a:ext>
            </a:extLst>
          </p:cNvPr>
          <p:cNvSpPr/>
          <p:nvPr/>
        </p:nvSpPr>
        <p:spPr>
          <a:xfrm>
            <a:off x="748202" y="4548368"/>
            <a:ext cx="906162" cy="527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3" name="מלבן 102">
            <a:extLst>
              <a:ext uri="{FF2B5EF4-FFF2-40B4-BE49-F238E27FC236}">
                <a16:creationId xmlns:a16="http://schemas.microsoft.com/office/drawing/2014/main" id="{1EE8B489-7F1A-EBB3-2332-7C82040784D6}"/>
              </a:ext>
            </a:extLst>
          </p:cNvPr>
          <p:cNvSpPr/>
          <p:nvPr/>
        </p:nvSpPr>
        <p:spPr>
          <a:xfrm>
            <a:off x="864498" y="4626469"/>
            <a:ext cx="60933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error</a:t>
            </a:r>
            <a:endParaRPr lang="he-IL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4" name="מחבר ישר 103">
            <a:extLst>
              <a:ext uri="{FF2B5EF4-FFF2-40B4-BE49-F238E27FC236}">
                <a16:creationId xmlns:a16="http://schemas.microsoft.com/office/drawing/2014/main" id="{A1289873-9AA3-56C2-08EF-FC875918A700}"/>
              </a:ext>
            </a:extLst>
          </p:cNvPr>
          <p:cNvCxnSpPr>
            <a:cxnSpLocks/>
          </p:cNvCxnSpPr>
          <p:nvPr/>
        </p:nvCxnSpPr>
        <p:spPr>
          <a:xfrm flipH="1">
            <a:off x="1392195" y="4272335"/>
            <a:ext cx="509692" cy="2973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מלבן 105">
            <a:extLst>
              <a:ext uri="{FF2B5EF4-FFF2-40B4-BE49-F238E27FC236}">
                <a16:creationId xmlns:a16="http://schemas.microsoft.com/office/drawing/2014/main" id="{8BE311B3-FF9E-7F09-8846-91BF2E683274}"/>
              </a:ext>
            </a:extLst>
          </p:cNvPr>
          <p:cNvSpPr/>
          <p:nvPr/>
        </p:nvSpPr>
        <p:spPr>
          <a:xfrm>
            <a:off x="7533758" y="1609282"/>
            <a:ext cx="1091874" cy="5055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07" name="מלבן 106">
            <a:extLst>
              <a:ext uri="{FF2B5EF4-FFF2-40B4-BE49-F238E27FC236}">
                <a16:creationId xmlns:a16="http://schemas.microsoft.com/office/drawing/2014/main" id="{958CBC77-8A67-AB79-DFF8-43A5923010C0}"/>
              </a:ext>
            </a:extLst>
          </p:cNvPr>
          <p:cNvSpPr/>
          <p:nvPr/>
        </p:nvSpPr>
        <p:spPr>
          <a:xfrm>
            <a:off x="7410837" y="1697948"/>
            <a:ext cx="133771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usereducer</a:t>
            </a:r>
            <a:endParaRPr lang="he-IL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9" name="מחבר ישר 108">
            <a:extLst>
              <a:ext uri="{FF2B5EF4-FFF2-40B4-BE49-F238E27FC236}">
                <a16:creationId xmlns:a16="http://schemas.microsoft.com/office/drawing/2014/main" id="{C5EFBFD6-DEE3-B854-83A0-385D8A694F2B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6952580" y="1860868"/>
            <a:ext cx="701652" cy="11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711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טבלה 5">
            <a:extLst>
              <a:ext uri="{FF2B5EF4-FFF2-40B4-BE49-F238E27FC236}">
                <a16:creationId xmlns:a16="http://schemas.microsoft.com/office/drawing/2014/main" id="{6FEB07DE-D823-A6AD-1AA0-304882753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140802"/>
              </p:ext>
            </p:extLst>
          </p:nvPr>
        </p:nvGraphicFramePr>
        <p:xfrm>
          <a:off x="-2" y="-18661"/>
          <a:ext cx="12192002" cy="707073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032001">
                  <a:extLst>
                    <a:ext uri="{9D8B030D-6E8A-4147-A177-3AD203B41FA5}">
                      <a16:colId xmlns:a16="http://schemas.microsoft.com/office/drawing/2014/main" val="1415768933"/>
                    </a:ext>
                  </a:extLst>
                </a:gridCol>
                <a:gridCol w="3275780">
                  <a:extLst>
                    <a:ext uri="{9D8B030D-6E8A-4147-A177-3AD203B41FA5}">
                      <a16:colId xmlns:a16="http://schemas.microsoft.com/office/drawing/2014/main" val="404184138"/>
                    </a:ext>
                  </a:extLst>
                </a:gridCol>
                <a:gridCol w="744205">
                  <a:extLst>
                    <a:ext uri="{9D8B030D-6E8A-4147-A177-3AD203B41FA5}">
                      <a16:colId xmlns:a16="http://schemas.microsoft.com/office/drawing/2014/main" val="2733671299"/>
                    </a:ext>
                  </a:extLst>
                </a:gridCol>
                <a:gridCol w="2274032">
                  <a:extLst>
                    <a:ext uri="{9D8B030D-6E8A-4147-A177-3AD203B41FA5}">
                      <a16:colId xmlns:a16="http://schemas.microsoft.com/office/drawing/2014/main" val="2256870963"/>
                    </a:ext>
                  </a:extLst>
                </a:gridCol>
                <a:gridCol w="1749488">
                  <a:extLst>
                    <a:ext uri="{9D8B030D-6E8A-4147-A177-3AD203B41FA5}">
                      <a16:colId xmlns:a16="http://schemas.microsoft.com/office/drawing/2014/main" val="2171655328"/>
                    </a:ext>
                  </a:extLst>
                </a:gridCol>
                <a:gridCol w="2116496">
                  <a:extLst>
                    <a:ext uri="{9D8B030D-6E8A-4147-A177-3AD203B41FA5}">
                      <a16:colId xmlns:a16="http://schemas.microsoft.com/office/drawing/2014/main" val="4277772127"/>
                    </a:ext>
                  </a:extLst>
                </a:gridCol>
              </a:tblGrid>
              <a:tr h="684498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name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goal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props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Global-state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father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children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459371"/>
                  </a:ext>
                </a:extLst>
              </a:tr>
              <a:tr h="843603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app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Connect to router by router provider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r>
                        <a:rPr lang="he-IL" dirty="0"/>
                        <a:t>--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---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router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805825"/>
                  </a:ext>
                </a:extLst>
              </a:tr>
              <a:tr h="244716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Router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app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077124"/>
                  </a:ext>
                </a:extLst>
              </a:tr>
              <a:tr h="1377601"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AppLayout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Paging the framework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600" dirty="0"/>
                        <a:t>The redux provider,</a:t>
                      </a:r>
                      <a:br>
                        <a:rPr lang="en-US" sz="1600" dirty="0"/>
                      </a:br>
                      <a:r>
                        <a:rPr lang="en-US" sz="1600" dirty="0" err="1"/>
                        <a:t>usercontext</a:t>
                      </a:r>
                      <a:endParaRPr lang="he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app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Login, navbar,</a:t>
                      </a:r>
                    </a:p>
                    <a:p>
                      <a:pPr rtl="1"/>
                      <a:endParaRPr lang="en-US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440925"/>
                  </a:ext>
                </a:extLst>
              </a:tr>
              <a:tr h="414130"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NavBar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Links to the menu items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AppLayout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Home, recipe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227222"/>
                  </a:ext>
                </a:extLst>
              </a:tr>
              <a:tr h="770238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home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Print:welcome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Navigate from</a:t>
                      </a:r>
                    </a:p>
                    <a:p>
                      <a:pPr rtl="1"/>
                      <a:r>
                        <a:rPr lang="en-US" dirty="0"/>
                        <a:t>react-router</a:t>
                      </a:r>
                    </a:p>
                    <a:p>
                      <a:pPr rtl="1"/>
                      <a:endParaRPr lang="en-US" dirty="0"/>
                    </a:p>
                    <a:p>
                      <a:pPr rtl="1"/>
                      <a:r>
                        <a:rPr lang="en-US" dirty="0"/>
                        <a:t>By navbar </a:t>
                      </a:r>
                      <a:r>
                        <a:rPr lang="en-US" dirty="0" err="1"/>
                        <a:t>cmpnt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---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413389"/>
                  </a:ext>
                </a:extLst>
              </a:tr>
              <a:tr h="459058"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UseReducer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Dispatch the reducer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AppLayout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---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826790"/>
                  </a:ext>
                </a:extLst>
              </a:tr>
              <a:tr h="507670"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RecipesList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Show all the recipes,</a:t>
                      </a:r>
                    </a:p>
                    <a:p>
                      <a:pPr rtl="1"/>
                      <a:r>
                        <a:rPr lang="en-US" dirty="0" err="1"/>
                        <a:t>useEffect</a:t>
                      </a:r>
                      <a:r>
                        <a:rPr lang="en-US" dirty="0"/>
                        <a:t> – to show the</a:t>
                      </a:r>
                    </a:p>
                    <a:p>
                      <a:pPr rtl="1"/>
                      <a:r>
                        <a:rPr lang="en-US" dirty="0"/>
                        <a:t>recipes.</a:t>
                      </a:r>
                    </a:p>
                    <a:p>
                      <a:pPr rtl="1"/>
                      <a:endParaRPr lang="en-US" dirty="0"/>
                    </a:p>
                    <a:p>
                      <a:pPr rtl="1"/>
                      <a:r>
                        <a:rPr lang="en-US" dirty="0"/>
                        <a:t>Delete recipe.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Redux :</a:t>
                      </a:r>
                    </a:p>
                    <a:p>
                      <a:pPr rtl="1"/>
                      <a:r>
                        <a:rPr lang="en-US" dirty="0" err="1"/>
                        <a:t>fetchrecipe</a:t>
                      </a:r>
                      <a:endParaRPr lang="en-US" dirty="0"/>
                    </a:p>
                    <a:p>
                      <a:pPr rtl="1"/>
                      <a:r>
                        <a:rPr lang="en-US" dirty="0" err="1"/>
                        <a:t>DeleteRecipe</a:t>
                      </a:r>
                      <a:endParaRPr lang="en-US" dirty="0"/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recipes, loading, error</a:t>
                      </a:r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Navigate from</a:t>
                      </a:r>
                    </a:p>
                    <a:p>
                      <a:pPr rtl="1"/>
                      <a:r>
                        <a:rPr lang="en-US" dirty="0"/>
                        <a:t>react-router</a:t>
                      </a:r>
                    </a:p>
                    <a:p>
                      <a:pPr rtl="1"/>
                      <a:endParaRPr lang="en-US" dirty="0"/>
                    </a:p>
                    <a:p>
                      <a:pPr rtl="1"/>
                      <a:r>
                        <a:rPr lang="en-US" dirty="0"/>
                        <a:t>By navbar </a:t>
                      </a:r>
                      <a:r>
                        <a:rPr lang="en-US" dirty="0" err="1"/>
                        <a:t>cmpnt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---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746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49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טבלה 5">
            <a:extLst>
              <a:ext uri="{FF2B5EF4-FFF2-40B4-BE49-F238E27FC236}">
                <a16:creationId xmlns:a16="http://schemas.microsoft.com/office/drawing/2014/main" id="{B8E49F46-8993-4C7C-A099-662EA6A161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1680"/>
              </p:ext>
            </p:extLst>
          </p:nvPr>
        </p:nvGraphicFramePr>
        <p:xfrm>
          <a:off x="0" y="0"/>
          <a:ext cx="12192002" cy="776214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032001">
                  <a:extLst>
                    <a:ext uri="{9D8B030D-6E8A-4147-A177-3AD203B41FA5}">
                      <a16:colId xmlns:a16="http://schemas.microsoft.com/office/drawing/2014/main" val="1415768933"/>
                    </a:ext>
                  </a:extLst>
                </a:gridCol>
                <a:gridCol w="3264929">
                  <a:extLst>
                    <a:ext uri="{9D8B030D-6E8A-4147-A177-3AD203B41FA5}">
                      <a16:colId xmlns:a16="http://schemas.microsoft.com/office/drawing/2014/main" val="404184138"/>
                    </a:ext>
                  </a:extLst>
                </a:gridCol>
                <a:gridCol w="1464654">
                  <a:extLst>
                    <a:ext uri="{9D8B030D-6E8A-4147-A177-3AD203B41FA5}">
                      <a16:colId xmlns:a16="http://schemas.microsoft.com/office/drawing/2014/main" val="2733671299"/>
                    </a:ext>
                  </a:extLst>
                </a:gridCol>
                <a:gridCol w="1564434">
                  <a:extLst>
                    <a:ext uri="{9D8B030D-6E8A-4147-A177-3AD203B41FA5}">
                      <a16:colId xmlns:a16="http://schemas.microsoft.com/office/drawing/2014/main" val="2256870963"/>
                    </a:ext>
                  </a:extLst>
                </a:gridCol>
                <a:gridCol w="1749488">
                  <a:extLst>
                    <a:ext uri="{9D8B030D-6E8A-4147-A177-3AD203B41FA5}">
                      <a16:colId xmlns:a16="http://schemas.microsoft.com/office/drawing/2014/main" val="2171655328"/>
                    </a:ext>
                  </a:extLst>
                </a:gridCol>
                <a:gridCol w="2116496">
                  <a:extLst>
                    <a:ext uri="{9D8B030D-6E8A-4147-A177-3AD203B41FA5}">
                      <a16:colId xmlns:a16="http://schemas.microsoft.com/office/drawing/2014/main" val="4277772127"/>
                    </a:ext>
                  </a:extLst>
                </a:gridCol>
              </a:tblGrid>
              <a:tr h="538382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name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goal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props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Global-state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father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children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459371"/>
                  </a:ext>
                </a:extLst>
              </a:tr>
              <a:tr h="2053522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Show-recipe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Show recipe details,</a:t>
                      </a:r>
                    </a:p>
                    <a:p>
                      <a:pPr rtl="1"/>
                      <a:endParaRPr lang="en-US" dirty="0"/>
                    </a:p>
                    <a:p>
                      <a:pPr rtl="1"/>
                      <a:r>
                        <a:rPr lang="en-US" dirty="0"/>
                        <a:t>Get the </a:t>
                      </a:r>
                      <a:r>
                        <a:rPr lang="en-US" dirty="0" err="1"/>
                        <a:t>recipeId</a:t>
                      </a:r>
                      <a:r>
                        <a:rPr lang="en-US" dirty="0"/>
                        <a:t> from the</a:t>
                      </a:r>
                    </a:p>
                    <a:p>
                      <a:pPr rtl="1"/>
                      <a:r>
                        <a:rPr lang="en-US" dirty="0" err="1"/>
                        <a:t>url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Redux: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 err="1"/>
                        <a:t>gethRecipe</a:t>
                      </a:r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That get from the</a:t>
                      </a:r>
                    </a:p>
                    <a:p>
                      <a:r>
                        <a:rPr lang="en-US" dirty="0"/>
                        <a:t>slice with </a:t>
                      </a:r>
                      <a:r>
                        <a:rPr lang="en-US" dirty="0" err="1"/>
                        <a:t>useSelector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Navigate from</a:t>
                      </a:r>
                    </a:p>
                    <a:p>
                      <a:pPr rtl="1"/>
                      <a:r>
                        <a:rPr lang="en-US" dirty="0"/>
                        <a:t>react-router</a:t>
                      </a:r>
                    </a:p>
                    <a:p>
                      <a:pPr rtl="1"/>
                      <a:endParaRPr lang="en-US" dirty="0"/>
                    </a:p>
                    <a:p>
                      <a:pPr rtl="1"/>
                      <a:r>
                        <a:rPr lang="en-US" dirty="0"/>
                        <a:t>By navbar recipe-list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-----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805825"/>
                  </a:ext>
                </a:extLst>
              </a:tr>
              <a:tr h="574986">
                <a:tc>
                  <a:txBody>
                    <a:bodyPr/>
                    <a:lstStyle/>
                    <a:p>
                      <a:r>
                        <a:rPr lang="en-US"/>
                        <a:t>HookForm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form to add a recipe when</a:t>
                      </a:r>
                    </a:p>
                    <a:p>
                      <a:r>
                        <a:rPr lang="en-US" dirty="0"/>
                        <a:t>the user is 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addToList</a:t>
                      </a:r>
                      <a:r>
                        <a:rPr lang="en-US" dirty="0"/>
                        <a:t> -</a:t>
                      </a:r>
                      <a:r>
                        <a:rPr lang="he-IL" dirty="0"/>
                        <a:t> </a:t>
                      </a:r>
                      <a:r>
                        <a:rPr lang="en-US" dirty="0"/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(</a:t>
                      </a:r>
                      <a:r>
                        <a:rPr lang="en-US" dirty="0" err="1"/>
                        <a:t>useContext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Remove,append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077124"/>
                  </a:ext>
                </a:extLst>
              </a:tr>
              <a:tr h="821409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remove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Removing ingredient/</a:t>
                      </a:r>
                      <a:r>
                        <a:rPr lang="en-US" dirty="0" err="1"/>
                        <a:t>pruduct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remove-function,</a:t>
                      </a:r>
                    </a:p>
                    <a:p>
                      <a:pPr rtl="1"/>
                      <a:r>
                        <a:rPr lang="en-US" dirty="0"/>
                        <a:t>index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600" dirty="0"/>
                        <a:t>------</a:t>
                      </a:r>
                      <a:endParaRPr lang="he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hookform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--------</a:t>
                      </a:r>
                    </a:p>
                    <a:p>
                      <a:pPr rtl="1"/>
                      <a:endParaRPr lang="en-US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440925"/>
                  </a:ext>
                </a:extLst>
              </a:tr>
              <a:tr h="821409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append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Append ingredient/</a:t>
                      </a:r>
                      <a:r>
                        <a:rPr lang="en-US" dirty="0" err="1"/>
                        <a:t>pruduct</a:t>
                      </a:r>
                      <a:r>
                        <a:rPr lang="en-US" dirty="0"/>
                        <a:t> 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Append-function,</a:t>
                      </a:r>
                    </a:p>
                    <a:p>
                      <a:pPr rtl="1"/>
                      <a:r>
                        <a:rPr lang="en-US" dirty="0"/>
                        <a:t>children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hookform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----------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227222"/>
                  </a:ext>
                </a:extLst>
              </a:tr>
              <a:tr h="60582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update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An update form- using</a:t>
                      </a:r>
                    </a:p>
                    <a:p>
                      <a:pPr rtl="1"/>
                      <a:r>
                        <a:rPr lang="en-US" dirty="0"/>
                        <a:t>reducer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userContext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loged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---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413389"/>
                  </a:ext>
                </a:extLst>
              </a:tr>
              <a:tr h="1067832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login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Login/register form due to</a:t>
                      </a:r>
                    </a:p>
                    <a:p>
                      <a:pPr rtl="1"/>
                      <a:r>
                        <a:rPr lang="en-US" dirty="0" err="1"/>
                        <a:t>isLoginContext</a:t>
                      </a:r>
                      <a:r>
                        <a:rPr lang="en-US" dirty="0"/>
                        <a:t>,</a:t>
                      </a:r>
                    </a:p>
                    <a:p>
                      <a:pPr rtl="1"/>
                      <a:r>
                        <a:rPr lang="en-US" dirty="0"/>
                        <a:t>Rolling </a:t>
                      </a:r>
                      <a:r>
                        <a:rPr lang="en-US" dirty="0" err="1"/>
                        <a:t>userIdContext</a:t>
                      </a:r>
                      <a:r>
                        <a:rPr lang="en-US" dirty="0"/>
                        <a:t>,</a:t>
                      </a:r>
                    </a:p>
                    <a:p>
                      <a:pPr rtl="1"/>
                      <a:r>
                        <a:rPr lang="en-US" dirty="0"/>
                        <a:t>Con</a:t>
                      </a:r>
                      <a:r>
                        <a:rPr lang="en-US" i="1" dirty="0"/>
                        <a:t>nect to DB</a:t>
                      </a:r>
                      <a:endParaRPr lang="he-IL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userContext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applayout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loged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826790"/>
                  </a:ext>
                </a:extLst>
              </a:tr>
              <a:tr h="574986"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loged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Show avatar and name, and</a:t>
                      </a:r>
                    </a:p>
                    <a:p>
                      <a:pPr rtl="1"/>
                      <a:r>
                        <a:rPr lang="en-US" dirty="0"/>
                        <a:t>an update </a:t>
                      </a:r>
                      <a:r>
                        <a:rPr lang="en-US" dirty="0" err="1"/>
                        <a:t>btn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userContext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login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update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746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229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511FD0A5-C360-9301-4CCB-8CAC30147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47572"/>
              </p:ext>
            </p:extLst>
          </p:nvPr>
        </p:nvGraphicFramePr>
        <p:xfrm>
          <a:off x="41189" y="16476"/>
          <a:ext cx="12109621" cy="251329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989671">
                  <a:extLst>
                    <a:ext uri="{9D8B030D-6E8A-4147-A177-3AD203B41FA5}">
                      <a16:colId xmlns:a16="http://schemas.microsoft.com/office/drawing/2014/main" val="3874890032"/>
                    </a:ext>
                  </a:extLst>
                </a:gridCol>
                <a:gridCol w="3262867">
                  <a:extLst>
                    <a:ext uri="{9D8B030D-6E8A-4147-A177-3AD203B41FA5}">
                      <a16:colId xmlns:a16="http://schemas.microsoft.com/office/drawing/2014/main" val="2955003709"/>
                    </a:ext>
                  </a:extLst>
                </a:gridCol>
                <a:gridCol w="1448072">
                  <a:extLst>
                    <a:ext uri="{9D8B030D-6E8A-4147-A177-3AD203B41FA5}">
                      <a16:colId xmlns:a16="http://schemas.microsoft.com/office/drawing/2014/main" val="1061572365"/>
                    </a:ext>
                  </a:extLst>
                </a:gridCol>
                <a:gridCol w="1558267">
                  <a:extLst>
                    <a:ext uri="{9D8B030D-6E8A-4147-A177-3AD203B41FA5}">
                      <a16:colId xmlns:a16="http://schemas.microsoft.com/office/drawing/2014/main" val="2025786564"/>
                    </a:ext>
                  </a:extLst>
                </a:gridCol>
                <a:gridCol w="1742591">
                  <a:extLst>
                    <a:ext uri="{9D8B030D-6E8A-4147-A177-3AD203B41FA5}">
                      <a16:colId xmlns:a16="http://schemas.microsoft.com/office/drawing/2014/main" val="4014134042"/>
                    </a:ext>
                  </a:extLst>
                </a:gridCol>
                <a:gridCol w="2108153">
                  <a:extLst>
                    <a:ext uri="{9D8B030D-6E8A-4147-A177-3AD203B41FA5}">
                      <a16:colId xmlns:a16="http://schemas.microsoft.com/office/drawing/2014/main" val="3888007801"/>
                    </a:ext>
                  </a:extLst>
                </a:gridCol>
              </a:tblGrid>
              <a:tr h="684498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name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goal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props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Global-state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father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children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062977"/>
                  </a:ext>
                </a:extLst>
              </a:tr>
              <a:tr h="280403">
                <a:tc>
                  <a:txBody>
                    <a:bodyPr/>
                    <a:lstStyle/>
                    <a:p>
                      <a:pPr rtl="1"/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error</a:t>
                      </a:r>
                      <a:endParaRPr lang="he-IL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rtl="1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Show error massage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massage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-----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login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-----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622466"/>
                  </a:ext>
                </a:extLst>
              </a:tr>
              <a:tr h="244716">
                <a:tc>
                  <a:txBody>
                    <a:bodyPr/>
                    <a:lstStyle/>
                    <a:p>
                      <a:r>
                        <a:rPr lang="en-US" dirty="0"/>
                        <a:t>add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rtl="1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/>
                        <a:t>A form to add a recipe </a:t>
                      </a:r>
                      <a:r>
                        <a:rPr lang="en-US" dirty="0" err="1"/>
                        <a:t>when</a:t>
                      </a:r>
                      <a:r>
                        <a:rPr lang="en-US" sz="1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Button</a:t>
                      </a:r>
                      <a:r>
                        <a:rPr 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to add recipe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-------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rtl="1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Addrecipe</a:t>
                      </a:r>
                      <a:r>
                        <a:rPr 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and fetch recipe from </a:t>
                      </a:r>
                      <a:r>
                        <a:rPr lang="en-US" sz="1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redux,usercontext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recipelist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hookform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3733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496766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285</Words>
  <Application>Microsoft Office PowerPoint</Application>
  <PresentationFormat>מסך רחב</PresentationFormat>
  <Paragraphs>162</Paragraphs>
  <Slides>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user1</dc:creator>
  <cp:lastModifiedBy>user1</cp:lastModifiedBy>
  <cp:revision>4</cp:revision>
  <dcterms:created xsi:type="dcterms:W3CDTF">2025-02-03T22:12:32Z</dcterms:created>
  <dcterms:modified xsi:type="dcterms:W3CDTF">2025-02-04T22:05:53Z</dcterms:modified>
</cp:coreProperties>
</file>